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6334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3 — Semantic Search Deep Dive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user question becomes ranked document chunks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4114800"/>
            <a:ext cx="269748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1148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(multilingual-e5-large)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4114800"/>
            <a:ext cx="2697480" cy="384048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41148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4114800"/>
            <a:ext cx="2697480" cy="384048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41148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RecursiveCharacterSplitter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two phases — offline ingestion, online retrieval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0" cy="3474720"/>
          </a:xfrm>
          <a:prstGeom prst="rect">
            <a:avLst/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61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Ingestion (Flow 1)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1671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Parse 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6700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Chunk (500 chars / 50 overlap)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1729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Embed with FastEmbed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6758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 vectors in Qdrant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251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(already done — vectors at rest in Qdrant)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1188720"/>
            <a:ext cx="4297680" cy="347472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188720"/>
            <a:ext cx="42976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1887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Retrieval (THIS FLOW)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question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2167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Embed question (same model)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26426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Dual retrieval if non-English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311810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Qdrant cosine similarity search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35935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Filter by user_id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4069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 top-5 chunks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4050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Build prompt → LLM answers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Chunks Are Created (Ingestion)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 — done once when document is uploaded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chunker.py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RecursiveCharacterTextSplitter(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chunk_size=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chunk_overlap=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separators=[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"\n\n", "\n",    ". ", " ", ""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188720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188720"/>
            <a:ext cx="82296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2161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 = 500 chars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1435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for dense health documents — each chunk covers one concept (a lab panel, a diary entry paragraph)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011680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011680"/>
            <a:ext cx="82296" cy="69494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039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chunk_overlap = 50 chars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2258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50-char overlap prevents answers from being split across chunk boundaries at retrieval 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2834640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2834640"/>
            <a:ext cx="82296" cy="694944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8620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 priority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3168" y="3081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paragraph breaks first, then newlines, sentences, words — preserves semantic boundaries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3657600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3657600"/>
            <a:ext cx="82296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6850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Qdrant payload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73168" y="39044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chunk_index, document_id, user_id, source_date, filename — all stored alongside the vector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Question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— intfloat/multilingual-e5-large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011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01168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multilingual-e5-large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2011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188720"/>
            <a:ext cx="201168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size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554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 dimensions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2011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2011680" cy="3200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554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 (no GPU)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03720" y="1188720"/>
            <a:ext cx="2011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188720"/>
            <a:ext cx="20116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3720" y="1554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incl. Hebrew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8229600" cy="2194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 at query time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063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"What is my vitamin D level?"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3832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Embedder.embed([query]) — runs on CPU via asyncio.to_thread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703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query_vector = [0.0231, -0.1847, 0.0563, ... ]  # 1024 floats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model used at ingestion → vectors are comparable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3434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is lazy-loaded and reused across requests (singleton)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Retrieval (Multilingual)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queries can find English documents and vice versa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170432"/>
            <a:ext cx="274320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1704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is_english(query)?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463040"/>
            <a:ext cx="50292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2618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37960" y="1170432"/>
            <a:ext cx="210312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17043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retrieval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with original query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828800"/>
            <a:ext cx="36576" cy="4572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901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8229600" cy="2377440"/>
          </a:xfrm>
          <a:prstGeom prst="rect">
            <a:avLst/>
          </a:prstGeom>
          <a:solidFill>
            <a:srgbClr val="E8EAF6"/>
          </a:solidFill>
          <a:ln w="1905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Retrieval Pipeline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78892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search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127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original Hebrew query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retrieve Hebrew documents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query → English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127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translates query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embed English 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retrieve English documents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16552" y="3456432"/>
            <a:ext cx="128016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24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by score → deduplicate → top-5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Semantic Search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with payload filters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4297680" cy="3520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29844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retriever.py — Retriever.retrieve()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5361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must_conditions = [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77393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FieldCondition(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01168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key="user_id",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24942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match=MatchValue(value=user_id)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4871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72491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296265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client.query_points(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320040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collection="health_documents",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" y="34381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query=query_vector,     # 1024 floats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36758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query_filter=Filter(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391363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must=must_conditions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415137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" y="43891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limit=5,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46268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with_payload=True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" y="486460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1170432"/>
            <a:ext cx="37033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83480" y="1170432"/>
            <a:ext cx="82296" cy="7680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120700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health_documents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38928" y="143560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collection — all users' data. user_id filter provides isolation.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2066544"/>
            <a:ext cx="37033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83480" y="2066544"/>
            <a:ext cx="82296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21031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distance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38928" y="23317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size = 1024 (multilingual-e5-large). Cosine similarity finds semantically related chunks regardless of exact words.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83480" y="2962656"/>
            <a:ext cx="37033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AD145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83480" y="2962656"/>
            <a:ext cx="82296" cy="768096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29992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MUST filter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38928" y="32278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 — a user never sees another user's documents. Applied before scoring.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83480" y="3858768"/>
            <a:ext cx="37033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83480" y="3858768"/>
            <a:ext cx="82296" cy="768096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389534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= 5 (TOP_K)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38928" y="412394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chunks by score returned. Score range: 0.0–1.0. Higher = more relevant.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Qdrant hit contains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411480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chunk payload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5544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8288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"text": "Vitamin D (25-OH): 16 ng/mL...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103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Reference: 30-100 ng/mL",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3774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"document_type": "blood_test",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6517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"source_date": "2025-09-22",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9260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"filename": "lab_blood_test.txt",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32004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"document_id": "uuid-...",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34747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"chunk_index": 3,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" y="37490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"user_id": "42"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40233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42976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hit.score = 0.87  (cosine similarity)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170432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207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14538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chunk text passed to LLM as context — this is what the model reads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066544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document_type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350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blood_test / symptom_note / supplement_list etc — shown in sources panel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62656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2999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source_date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the original document — enables time-aware filtering and display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858768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3895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41422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0–1. Returned to Frontend as source relevance signal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LLM Prompt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chunks + history become the final context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6A737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70432"/>
            <a:ext cx="82296" cy="594360"/>
          </a:xfrm>
          <a:prstGeom prst="rect">
            <a:avLst/>
          </a:prstGeom>
          <a:solidFill>
            <a:srgbClr val="6A737D"/>
          </a:solidFill>
          <a:ln w="12700">
            <a:solidFill>
              <a:srgbClr val="6A73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070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7863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assistant role, safety instructions, answer-in-user-language rule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8229600" cy="548640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92224"/>
            <a:ext cx="82296" cy="5486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8288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(optional)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06654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summary of older turns if session has &gt; 14 messages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8229600" cy="5486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68296"/>
            <a:ext cx="82296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4048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 HISTORY (last 6)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264261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user + assistant messages so agent handles follow-ups correctly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44368"/>
            <a:ext cx="8229600" cy="548640"/>
          </a:xfrm>
          <a:prstGeom prst="rect">
            <a:avLst/>
          </a:prstGeom>
          <a:solidFill>
            <a:srgbClr val="FCE4EC"/>
          </a:solidFill>
          <a:ln w="12700">
            <a:solidFill>
              <a:srgbClr val="AD145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44368"/>
            <a:ext cx="82296" cy="54864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9809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D14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NO-HISTORY NOTICE (if new session)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321868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LLM from hallucinating prior conversation context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20440"/>
            <a:ext cx="82296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557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 CONTEXT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379476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chunks: [blood_test | 2025-09-22 | lab.txt]\n&lt;chunk text&gt;\n---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87952"/>
            <a:ext cx="8229600" cy="5486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187952"/>
            <a:ext cx="82296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2245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 ENFORCEMENT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" y="44622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reply in same language as user's question (English or Hebrew)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764024"/>
            <a:ext cx="822960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764024"/>
            <a:ext cx="82296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8006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QUESTION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" y="5038344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question the user typed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Chunks Are Found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no_context guard — avoid hallucination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65836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7043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search returns 0 relevant chunks AND no conversation history exists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35424" y="1874520"/>
            <a:ext cx="73152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31720"/>
            <a:ext cx="694944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80160" y="233172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couldn't find relevant information in your uploaded documents to answer that question."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46120"/>
            <a:ext cx="82296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264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call made: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32644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build_context() returns no_context: true — the LLM is never invoked. Saves cost and latency.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145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840480"/>
            <a:ext cx="82296" cy="50292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 risk: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8587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real context, LLMs may invent plausible-sounding but false health data. We prevent this explicitly.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434840"/>
            <a:ext cx="82296" cy="50292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453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enough: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44531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conversation history exists but no chunks match, the LLM still runs — it can answer from prior context.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412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At ingestion: text chunked (500 chars / 50 overlap) → embedded → stored in Qdrant with payload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25296"/>
            <a:ext cx="82296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252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Query arrives → Embedder.embed([question]) → 1024-dim vector (same model as ingestion)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82296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093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is_english check → if not English: translate + dual retrieval → merge results by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82296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933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Qdrant query_points: COSINE similarity, MUST user_id filter, limit=5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774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Each hit returns: text, document_type, source_date, filename,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61488"/>
            <a:ext cx="82296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614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Prompt built: system + summary + history + language rule + chunks + question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45536"/>
            <a:ext cx="8229600" cy="347472"/>
          </a:xfrm>
          <a:prstGeom prst="rect">
            <a:avLst/>
          </a:prstGeom>
          <a:solidFill>
            <a:srgbClr val="FCE4E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4553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No chunks + no history → fixed message returned, LLM never called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005072"/>
            <a:ext cx="1572768" cy="89611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050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both ways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chunks must use identical embedding model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66544" y="4005072"/>
            <a:ext cx="1572768" cy="896112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157984" y="4050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57984" y="4297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Hebrew/English work seamlessly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67328" y="4005072"/>
            <a:ext cx="1572768" cy="896112"/>
          </a:xfrm>
          <a:prstGeom prst="rect">
            <a:avLst/>
          </a:prstGeom>
          <a:solidFill>
            <a:srgbClr val="FCE4EC"/>
          </a:solidFill>
          <a:ln w="12700">
            <a:solidFill>
              <a:srgbClr val="AD145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58768" y="4050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filters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58768" y="4297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isolation before scoring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68112" y="4005072"/>
            <a:ext cx="1572768" cy="89611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59552" y="4050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chunk_overlap=50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59552" y="4297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answer splitting at boundaries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68896" y="4005072"/>
            <a:ext cx="1572768" cy="89611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60336" y="4050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No-context guard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60336" y="4297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hallucinate — return fixed message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Retrieval — Flow 3</dc:title>
  <dc:subject>PptxGenJS Presentation</dc:subject>
  <dc:creator>PptxGenJS</dc:creator>
  <cp:lastModifiedBy>PptxGenJS</cp:lastModifiedBy>
  <cp:revision>1</cp:revision>
  <dcterms:created xsi:type="dcterms:W3CDTF">2026-06-10T08:38:56Z</dcterms:created>
  <dcterms:modified xsi:type="dcterms:W3CDTF">2026-06-10T08:38:56Z</dcterms:modified>
</cp:coreProperties>
</file>