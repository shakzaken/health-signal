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Query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— Health Signal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4114800"/>
            <a:ext cx="2606040" cy="4114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14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:5173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4114800"/>
            <a:ext cx="2606040" cy="41148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4114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 :8000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4114800"/>
            <a:ext cx="2606040" cy="411480"/>
          </a:xfrm>
          <a:prstGeom prst="rect">
            <a:avLst/>
          </a:prstGeom>
          <a:solidFill>
            <a:srgbClr val="EDE7F6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4114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Qdrant + LLM :8001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 collaborate on every chat message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20116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localStorage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2011680"/>
          </a:xfrm>
          <a:prstGeom prst="rect">
            <a:avLst/>
          </a:prstGeom>
          <a:solidFill>
            <a:srgbClr val="3B1E6E"/>
          </a:solidFill>
          <a:ln w="12700">
            <a:solidFill>
              <a:srgbClr val="3B1E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Qdrant +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2148840"/>
            <a:ext cx="201168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8288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97B"/>
                </a:solidFill>
              </a:rPr>
              <a:t>POST /ai/query/stream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2148840"/>
            <a:ext cx="201168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8288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97B"/>
                </a:solidFill>
              </a:rPr>
              <a:t>proxy /query/stream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6664" y="2130552"/>
            <a:ext cx="256032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52744" y="2130552"/>
            <a:ext cx="256032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26664" y="2606040"/>
            <a:ext cx="256032" cy="3657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52744" y="2606040"/>
            <a:ext cx="256032" cy="3657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26664" y="26517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949AB"/>
                </a:solidFill>
              </a:rPr>
              <a:t>◄ SSE tokens stream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52744" y="26517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949AB"/>
                </a:solidFill>
              </a:rPr>
              <a:t>◄ SSE tokens stream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164592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03120" y="4023360"/>
            <a:ext cx="164592" cy="3657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04288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response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a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 via SSE stream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ChatPage.tsx
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handleSend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sendMessage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
}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backend.ts
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/ai/query/stream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question, session_id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6187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User types question in ChatPage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05740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08483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sendQueryStream() opens SSE connection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88036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9077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POST /ai/query/stream with question + session_id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70332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73075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Server-Sent Events: tokens stream in real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Proxy + Auth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→ forward to AI-Agent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9144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header parsed → user_id extracted from token payload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91440" cy="10058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Proxy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/ai/query/stream forwarded to AI-Agent :8001/query/stream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9144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Forwarding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+ session_id passed through for per-user isolation and history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JWT is invalid → 401 returned, localStorage token cleared, page reloads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Load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loads history before answering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ConversationMemory.load()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/conversations/{session_id}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{ recent: 6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rolling summary (compressed)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last 6 messages verbatim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411480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Summary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527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turns compressed by LLM to fit context window. Never loses important history.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286000"/>
            <a:ext cx="4114800" cy="91440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Messages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624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recent turns so agent understands follow-up questions correctly.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383280"/>
            <a:ext cx="411480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No-History Mode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3721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session_id is absent, agent starts fresh — no hallucinated history.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Classification (Routing)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which specialist handles the 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2194560" cy="7772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188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RouteDecision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554480"/>
            <a:ext cx="2057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325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history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441448"/>
            <a:ext cx="914400" cy="27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286000"/>
            <a:ext cx="20116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2304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2487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markers, values, trends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3035808"/>
            <a:ext cx="914400" cy="2743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880360"/>
            <a:ext cx="20116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2898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pattern_detection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3081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 correlations over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3630168"/>
            <a:ext cx="91440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3474720"/>
            <a:ext cx="20116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3675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health summary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4224528"/>
            <a:ext cx="914400" cy="27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4069080"/>
            <a:ext cx="20116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4087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doctor_report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4270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structured report for doctor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4818888"/>
            <a:ext cx="9144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4663440"/>
            <a:ext cx="20116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20840" y="46817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4864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doc Q&amp;A (default fallback)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Path — Default Route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QueryChain: semantic retrieval + LLM generation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384048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435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model converts question to vector (CPU thread via asyncio.to_thread)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92808"/>
            <a:ext cx="384048" cy="6400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9280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1938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1854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query? Translate to English too — searches both language versions in Qdrant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42616"/>
            <a:ext cx="384048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42616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688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Search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352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filtered by user_id (isolation). Top-5 chunks returned.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9242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92424"/>
            <a:ext cx="384048" cy="6400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9242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rolling summary + last 6 messages + context chunks + question → LLM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4223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142232"/>
            <a:ext cx="384048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4223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Tokens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streams tokens → SSE events: data: {"token": "..."} to Frontend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 Paths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sub-graphs for structured health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743200" cy="356616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74320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structured lab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Backend PostgreSQL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sub-graph with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LLM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29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across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blood markers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143000"/>
            <a:ext cx="2743200" cy="3566160"/>
          </a:xfrm>
          <a:prstGeom prst="rect">
            <a:avLst/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143000"/>
            <a:ext cx="274320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labs + symptoms 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1975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supplements from Backend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25968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runs RAG via QueryChain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sub-graph finds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529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 correlations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143000"/>
            <a:ext cx="2743200" cy="35661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143000"/>
            <a:ext cx="274320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chronological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1975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events from Backend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25968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narrative of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events over time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3529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start/stop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sub-agents run as LangGraph compiled graphs. Results merge back to Supervisor state → streamed to Frontend.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 to Frontend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events flow back in real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Event Format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Token events (streamed):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{"token": "Based"}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{"token": " on"}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{"token": " your..."}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Final event: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{"sources": [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text, filename,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score, source_date 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Rendering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527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appended to message in real time — streaming cursor shown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Panel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624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SSE event populates source document references with scores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429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721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content kept if stream fails mid-way; user sees what was generated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4128" y="274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 Compress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turn to PostgreSQL, compress if conversation is long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16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save_turn()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user question + assistant answer to Backend → stored in PostgreSQL conversations 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130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Count Messages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returns total message count for this session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044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Compress Threshold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count &gt; 14 messages: background task fires (asyncio.create_task)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029200" cy="91440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Pipeline (background)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old msgs → LLM summarizes → PUT /conversations/{id}/summary → saved for future turns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1170432"/>
            <a:ext cx="2971800" cy="3675888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1234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localStorage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06440" y="169164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hs_active_session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029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conversation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(survives page refresh)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310896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154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hs_sessions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4472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history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conversations)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412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types question → ChatPage sendQueryStream() → POST /ai/query/stream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25296"/>
            <a:ext cx="822960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252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Backend validates JWT → extracts user_id → proxies to AI-Agent :8001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82296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093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ConversationMemory.load() → rolling summary + last 6 messages from 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933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LLM Classifier → RouteDecision → one of 5 routes selected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77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Sub-agent runs: RAG / LabAnalysis / PatternDetection / Timeline / DoctorReport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822960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614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SSE tokens stream AI-Agent → Backend → Frontend; final {sources} event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82296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455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save_turn() persists to PostgreSQL; compress if &gt; 14 messages (background)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1572768" cy="89611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response as it generates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6544" y="4005072"/>
            <a:ext cx="1572768" cy="896112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57984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57984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specialists &gt; one monolithic prompt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67328" y="4005072"/>
            <a:ext cx="1572768" cy="896112"/>
          </a:xfrm>
          <a:prstGeom prst="rect">
            <a:avLst/>
          </a:prstGeom>
          <a:solidFill>
            <a:srgbClr val="E1F5FE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58768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58768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+ English multilingual support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68112" y="4005072"/>
            <a:ext cx="1572768" cy="896112"/>
          </a:xfrm>
          <a:prstGeom prst="rect">
            <a:avLst/>
          </a:prstGeom>
          <a:solidFill>
            <a:srgbClr val="FCE4EC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59552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Summary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59552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conversations stay coherent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68896" y="4005072"/>
            <a:ext cx="1572768" cy="89611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60336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Filter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0336" y="4297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per-user Qdrant isolation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Conversational Query — Flow 2</dc:title>
  <dc:subject>PptxGenJS Presentation</dc:subject>
  <dc:creator>PptxGenJS</dc:creator>
  <cp:lastModifiedBy>PptxGenJS</cp:lastModifiedBy>
  <cp:revision>1</cp:revision>
  <dcterms:created xsi:type="dcterms:W3CDTF">2026-06-10T08:38:56Z</dcterms:created>
  <dcterms:modified xsi:type="dcterms:W3CDTF">2026-06-10T08:38:56Z</dcterms:modified>
</cp:coreProperties>
</file>