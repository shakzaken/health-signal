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457200"/>
            <a:ext cx="4114800" cy="4114800"/>
          </a:xfrm>
          <a:prstGeom prst="ellipse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Ingestion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Signal Architecture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2103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389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 :5173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4389120"/>
            <a:ext cx="2103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4389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 :8000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4389120"/>
            <a:ext cx="2103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4389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AI-Agent  :8001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560320" cy="192024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· Vite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5173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960120"/>
            <a:ext cx="2560320" cy="192024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051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337560" y="1600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8000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960120"/>
            <a:ext cx="2560320" cy="1920240"/>
          </a:xfrm>
          <a:prstGeom prst="rect">
            <a:avLst/>
          </a:prstGeom>
          <a:solidFill>
            <a:srgbClr val="FAF5FF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051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AI-Agent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09360" y="1600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Qdrant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8001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1920240"/>
            <a:ext cx="4114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926080" y="16002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8FAFC"/>
                </a:solidFill>
              </a:rPr>
              <a:t>POST /documents/upload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06040" y="153619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/documents/upload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97880" y="1920240"/>
            <a:ext cx="4114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577840" y="153619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/ingest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97880" y="2331720"/>
            <a:ext cx="-297180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dash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20040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 + status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063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User selects a file in the Upload page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4472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Backend validates, deduplicates and saves the file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8313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Backend calls AI-Agent /ingest synchronously (300 s timeout)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3063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AI-Agent processes: parse → classify → chunk → embed → write → extract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34472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Backend persists extracted structured data to PostgreSQL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38313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 Frontend receives document_id + processing_status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Frontend Upload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09728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4864" cy="3383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Does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to the Upload page in the React app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 health document (PDF / image)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sets document type &amp; source date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Upload — triggers form submit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914400"/>
            <a:ext cx="43891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914400"/>
            <a:ext cx="54864" cy="33832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0233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/documents/upload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multipart/form-data payload: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2402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2402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UploadFile  (required)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58775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document_type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5877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Optional[DocumentType]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93522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source_date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29352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Optional[date]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3337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(202 Accepted):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657600"/>
            <a:ext cx="40233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id, filename, processing_status 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343400"/>
            <a:ext cx="1371600" cy="2560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343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UploadPage.tsx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80560" y="4343400"/>
            <a:ext cx="1371600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4343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DocumentService  (backend)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Backend Receives &amp; Validates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09728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2651760" cy="41148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14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Deduplicate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of file bytes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Query: find_by_hash(hash, user_id)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311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found → 409 Conflict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6151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Prevents re-processing identical files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23774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 { duplicate_document 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9144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914400"/>
            <a:ext cx="2651760" cy="411480"/>
          </a:xfrm>
          <a:prstGeom prst="rect">
            <a:avLst/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914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Save to Disk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1463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-p STORAGE_PATH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18470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UUID-prefixed filename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2311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{uuid}_{original_name}.pdf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26151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Absolute path stored in DB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3977640"/>
            <a:ext cx="23774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/uploads/{uuid}_{name}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9144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914400"/>
            <a:ext cx="26517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914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PostgreSQL Record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1463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documents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18470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user_id, filename, file_path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22311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document_type (nullable)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6151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processing_status = 'pending'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3977640"/>
            <a:ext cx="23774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pending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All three operations complete before the ingestion call is made.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Ingestion Triggered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09728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4864" cy="2743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05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:8000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DocumentService._trigger_ingestion()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httpx.AsyncClient (async HTTP)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→ ai-agent /ingest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300 seconds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Awaits full ingestion response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2286000"/>
            <a:ext cx="12801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794760" y="1920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/ingest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94760" y="22128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20640" y="91440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20640" y="914400"/>
            <a:ext cx="54864" cy="2743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1005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AI-Agent  :8001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1417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/ingest  →  IngestionPipeline.run()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9240" y="17830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document_id, file_path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document_type, source_date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 4-step pipeline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solidFill>
            <a:srgbClr val="E0F2FE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Payload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document_id  ·  file_path  ·  document_type  ·  source_date  ·  filename  ·  user_id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892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This is a synchronous blocking call — the backend HTTP request waits for up to 300 s for the AI-Agent to finish processing.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AI-Agent — Step 1: Parse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0972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4864" cy="3108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Path — pdfplumber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PDF with pdfplumber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text page by page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no LLM call required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text-based PDFs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raw_text: str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54864" cy="31089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— VisionExtractor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 pdfplumber yields &lt; 50 chars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PDF pages to images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images to GPT-4 Vision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extracts text via OCR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scanned / image-only PDFs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E0F2FE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251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Output: raw_text (string) — passed to Step 2 for classification and chunking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AI-Agent — Steps 2 &amp; 3: Parallel Processing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0972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asyncio.gather()  —  both sides run concurrently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41148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188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Classify + Chunk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structured output (DocumentClassifier)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one of 7 document types:</a:t>
            </a:r>
            <a:endParaRPr lang="en-US" sz="12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blood_test · lab_report · symptom_note</a:t>
            </a:r>
            <a:endParaRPr lang="en-US" sz="12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supplement_list · diet_note · doctor_summary · journal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3840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455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windows for context continuity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188720"/>
            <a:ext cx="4114800" cy="384048"/>
          </a:xfrm>
          <a:prstGeom prst="rect">
            <a:avLst/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88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Embed + Extract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 model (CPU-bound)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asyncio.to_thread keeps event loop free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697480"/>
            <a:ext cx="3840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7706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 (LLM structured output)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1089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blood_test / lab_report  →  LabExtractor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symptom_note / journal  →  SymptomExtractor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supplement_list  →  SupplementExtractor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26280" y="1188720"/>
            <a:ext cx="0" cy="31089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Both asyncio.gather() calls are nested: classify+chunk runs first, then embed+extract — each pair runs concurrently.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AI-Agent — Step 4: Write to Qdrant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0972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4864" cy="3200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QdrantWriter.write()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chunk: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 (1024-dim float array from FastEmbed)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        — original chunk text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user_id     — owner filter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document_id — source reference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document_type, source_date, filename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14400"/>
            <a:ext cx="54864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Data Isolation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463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Qdrant collection — filtered by user_id payload field at query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2057400"/>
            <a:ext cx="3566160" cy="47548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0756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user_id: maya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207568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chunks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651760"/>
            <a:ext cx="3566160" cy="475488"/>
          </a:xfrm>
          <a:prstGeom prst="rect">
            <a:avLst/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7004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user_id: john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267004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chunks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3246120"/>
            <a:ext cx="356616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2644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user_id: sara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326440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chunks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886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filter by user_id → users never see each other's data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E0F2FE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42793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returns →  { success, chunks_stored, detected_document_type, lab_result?, symptom_data?, supplement_data? 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Backend Saves Structured Data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09728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solidFill>
            <a:srgbClr val="E0F2FE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98755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status updated:  pending → completed  (or  failed  if pipeline errored)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2651760" cy="2743200"/>
          </a:xfrm>
          <a:prstGeom prst="rect">
            <a:avLst/>
          </a:prstGeom>
          <a:solidFill>
            <a:srgbClr val="E0F2FE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00200"/>
            <a:ext cx="2651760" cy="384048"/>
          </a:xfrm>
          <a:prstGeom prst="rect">
            <a:avLst/>
          </a:prstGeom>
          <a:solidFill>
            <a:srgbClr val="E0F2FE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6002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0848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LabResult row (document_id, test_date, lab_name)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5603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LabMarker rows (name, value, unit, status)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03580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e.g. Hemoglobin: 13.2 g/dL  [LOW]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1129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event: 'Blood test: N markers'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600200"/>
            <a:ext cx="2651760" cy="2743200"/>
          </a:xfrm>
          <a:prstGeom prst="rect">
            <a:avLst/>
          </a:prstGeom>
          <a:solidFill>
            <a:srgbClr val="FAF5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600200"/>
            <a:ext cx="2651760" cy="384048"/>
          </a:xfrm>
          <a:prstGeom prst="rect">
            <a:avLst/>
          </a:prstGeom>
          <a:solidFill>
            <a:srgbClr val="FAF5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6002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20848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SymptomEntry rows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25603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symptom_name, severity, occurred_at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83280" y="303580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notes (optional)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351129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event per symptom entry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1600200"/>
            <a:ext cx="2651760" cy="274320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600200"/>
            <a:ext cx="2651760" cy="384048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16002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20848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SupplementEntry rows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63640" y="25603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name, dosage, frequency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303580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started_at, stopped_at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63640" y="351129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events: Started / Stopped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Timeline events power the chronological health view — every lab result, symptom, and supplement change is recorded as a timestamped event.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Summary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039112"/>
            <a:ext cx="77724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2480" y="178308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24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5864" y="2404872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5864" y="291693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UploadPage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178308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37944" y="2404872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37944" y="291693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 · DB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96640" y="178308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66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0024" y="2404872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0024" y="291693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/ingest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98720" y="178308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87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42104" y="2404872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42104" y="291693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4-step pipeline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44184" y="2404872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Saved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44184" y="291693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 · Symptoms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02880" y="178308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028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46264" y="2404872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46264" y="291693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doc_id · status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5760" y="3712464"/>
            <a:ext cx="4572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classify+chunk and embed+extract reduce total ingestion latency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duplicate detection prevents reprocessing identical files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Qdrant payload filter ensures complete data isolation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OCR fallback via GPT-4 handles scanned / image-only PDFs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20640" y="3291840"/>
            <a:ext cx="3657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8100000">
              <a:srgbClr val="94A3B8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303520" y="3364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374904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FastAPI · asyncpg · SQLAlchemy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03520" y="396849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Qdrant (vector store)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03520" y="41879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FastEmbed (embeddings)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03520" y="440740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LangChain (LLM calls)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03520" y="462686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pdfplumber · GPT-4 Vision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Upload &amp; Ingestion — Health Signal</dc:title>
  <dc:subject>PptxGenJS Presentation</dc:subject>
  <dc:creator>PptxGenJS</dc:creator>
  <cp:lastModifiedBy>PptxGenJS</cp:lastModifiedBy>
  <cp:revision>1</cp:revision>
  <dcterms:created xsi:type="dcterms:W3CDTF">2026-06-09T10:20:16Z</dcterms:created>
  <dcterms:modified xsi:type="dcterms:W3CDTF">2026-06-09T10:20:16Z</dcterms:modified>
</cp:coreProperties>
</file>